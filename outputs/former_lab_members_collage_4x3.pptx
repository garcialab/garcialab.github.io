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former_lab_members_collage_4x3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mer_lab_members_collage_4x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