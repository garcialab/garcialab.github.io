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874752" cy="7168896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all_lab_members_collage_box_aspect.pn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ll_lab_members_collage_box_aspect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874752" cy="7168896"/>
          </a:xfrm>
          <a:prstGeom prst="rect">
            <a:avLst/>
          </a:prstGeom>
        </p:spPr>
      </p:pic>
    </p:spTree>
  </p:cSld>
  <p:clrMapOvr>
    <a:masterClrMapping/>
  </p:clrMapOvr>
</p:sld>
</file>